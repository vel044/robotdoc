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2c1513d98c4204" /><Relationship Type="http://schemas.openxmlformats.org/officeDocument/2006/relationships/extended-properties" Target="/docProps/app.xml" Id="R499bd4a28bac48f8" /><Relationship Type="http://schemas.openxmlformats.org/officeDocument/2006/relationships/officeDocument" Target="/ppt/presentation.xml" Id="R6c4d70a57acc4b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0379fc85ca4069"/>
  </p:sldMasterIdLst>
  <p:notesMasterIdLst>
    <p:notesMasterId xmlns:r="http://schemas.openxmlformats.org/officeDocument/2006/relationships" r:id="R1dc9b27603694efd"/>
  </p:notesMasterIdLst>
  <p:sldIdLst>
    <p:sldId xmlns:r="http://schemas.openxmlformats.org/officeDocument/2006/relationships" id="256" r:id="R25880546aa674421"/>
    <p:sldId xmlns:r="http://schemas.openxmlformats.org/officeDocument/2006/relationships" id="257" r:id="R3a3414e29d6a41b2"/>
    <p:sldId xmlns:r="http://schemas.openxmlformats.org/officeDocument/2006/relationships" id="258" r:id="R64b6eab7db2d4503"/>
    <p:sldId xmlns:r="http://schemas.openxmlformats.org/officeDocument/2006/relationships" id="259" r:id="R87ba8dd30c924f91"/>
    <p:sldId xmlns:r="http://schemas.openxmlformats.org/officeDocument/2006/relationships" id="260" r:id="R0627a0a34a044169"/>
    <p:sldId xmlns:r="http://schemas.openxmlformats.org/officeDocument/2006/relationships" id="261" r:id="R6711c4d4f24a4f17"/>
    <p:sldId xmlns:r="http://schemas.openxmlformats.org/officeDocument/2006/relationships" id="262" r:id="R53268fad5e844b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379fc85ca4069" /><Relationship Type="http://schemas.openxmlformats.org/officeDocument/2006/relationships/theme" Target="/ppt/theme/theme1.xml" Id="R2c064f0e2f904016" /><Relationship Type="http://schemas.openxmlformats.org/officeDocument/2006/relationships/notesMaster" Target="/ppt/notesMasters/notesMaster1.xml" Id="R1dc9b27603694efd" /><Relationship Type="http://schemas.openxmlformats.org/officeDocument/2006/relationships/presProps" Target="/ppt/presProps.xml" Id="Rb53fbe1e17c44f93" /><Relationship Type="http://schemas.openxmlformats.org/officeDocument/2006/relationships/viewProps" Target="/ppt/viewProps.xml" Id="R7113f0efd0234be6" /><Relationship Type="http://schemas.openxmlformats.org/officeDocument/2006/relationships/tableStyles" Target="/ppt/tableStyles.xml" Id="Rc4b813be6e1849aa" /><Relationship Type="http://schemas.openxmlformats.org/officeDocument/2006/relationships/slide" Target="/ppt/slides/slide1.xml" Id="R25880546aa674421" /><Relationship Type="http://schemas.openxmlformats.org/officeDocument/2006/relationships/slide" Target="/ppt/slides/slide2.xml" Id="R3a3414e29d6a41b2" /><Relationship Type="http://schemas.openxmlformats.org/officeDocument/2006/relationships/slide" Target="/ppt/slides/slide3.xml" Id="R64b6eab7db2d4503" /><Relationship Type="http://schemas.openxmlformats.org/officeDocument/2006/relationships/slide" Target="/ppt/slides/slide4.xml" Id="R87ba8dd30c924f91" /><Relationship Type="http://schemas.openxmlformats.org/officeDocument/2006/relationships/slide" Target="/ppt/slides/slide5.xml" Id="R0627a0a34a044169" /><Relationship Type="http://schemas.openxmlformats.org/officeDocument/2006/relationships/slide" Target="/ppt/slides/slide6.xml" Id="R6711c4d4f24a4f17" /><Relationship Type="http://schemas.openxmlformats.org/officeDocument/2006/relationships/slide" Target="/ppt/slides/slide7.xml" Id="R53268fad5e844b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5daf8ff11d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3685100962415c" /><Relationship Type="http://schemas.openxmlformats.org/officeDocument/2006/relationships/notesMaster" Target="/ppt/notesMasters/notesMaster1.xml" Id="R8b3cc1c59f994d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4004486e0e4b92" /><Relationship Type="http://schemas.openxmlformats.org/officeDocument/2006/relationships/notesMaster" Target="/ppt/notesMasters/notesMaster1.xml" Id="R40a37ca8c19d49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455bdafd964eb1" /><Relationship Type="http://schemas.openxmlformats.org/officeDocument/2006/relationships/notesMaster" Target="/ppt/notesMasters/notesMaster1.xml" Id="Rade6dc9237744b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c4ee2496e74fa4" /><Relationship Type="http://schemas.openxmlformats.org/officeDocument/2006/relationships/notesMaster" Target="/ppt/notesMasters/notesMaster1.xml" Id="R824ca4bb688b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b4d6c3958b4024" /><Relationship Type="http://schemas.openxmlformats.org/officeDocument/2006/relationships/notesMaster" Target="/ppt/notesMasters/notesMaster1.xml" Id="R1ac6a5f7507b45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83ab0e8f224669" /><Relationship Type="http://schemas.openxmlformats.org/officeDocument/2006/relationships/notesMaster" Target="/ppt/notesMasters/notesMaster1.xml" Id="R42f883b9f25749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f535e621be40f7" /><Relationship Type="http://schemas.openxmlformats.org/officeDocument/2006/relationships/notesMaster" Target="/ppt/notesMasters/notesMaster1.xml" Id="Re0e8167ed4b541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d4df9b3334d8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fc25fdfd0c4bc2" /><Relationship Type="http://schemas.openxmlformats.org/officeDocument/2006/relationships/slideLayout" Target="/ppt/slideLayouts/slideLayout2.xml" Id="R8f2d2250a5b844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2d2250a5b844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991e1a581c4f68" /><Relationship Type="http://schemas.openxmlformats.org/officeDocument/2006/relationships/notesSlide" Target="/ppt/notesSlides/notesSlide1.xml" Id="R263448481aa245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ebc185f9ee4c6f" /><Relationship Type="http://schemas.openxmlformats.org/officeDocument/2006/relationships/notesSlide" Target="/ppt/notesSlides/notesSlide2.xml" Id="R0d2e531b665d43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99fc3f854644f0" /><Relationship Type="http://schemas.openxmlformats.org/officeDocument/2006/relationships/notesSlide" Target="/ppt/notesSlides/notesSlide3.xml" Id="Rd0865a7083d3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e70ef1183e41e8" /><Relationship Type="http://schemas.openxmlformats.org/officeDocument/2006/relationships/notesSlide" Target="/ppt/notesSlides/notesSlide4.xml" Id="Rd17fd5b2bb7743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08d65b617d425c" /><Relationship Type="http://schemas.openxmlformats.org/officeDocument/2006/relationships/notesSlide" Target="/ppt/notesSlides/notesSlide5.xml" Id="R3684b6b44c7e47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d8d78e33b48e4" /><Relationship Type="http://schemas.openxmlformats.org/officeDocument/2006/relationships/notesSlide" Target="/ppt/notesSlides/notesSlide6.xml" Id="R499b8fc0412842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6feeed354c45f2" /><Relationship Type="http://schemas.openxmlformats.org/officeDocument/2006/relationships/notesSlide" Target="/ppt/notesSlides/notesSlide7.xml" Id="R5abfe3a7501f40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935B7-83BB-437E-B9E0-4A61FCE4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0F76F-3B0F-40BD-9F21-442B6285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F119F-4B83-4FED-9199-1EF922C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506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10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10E12-A87D-42A3-8E9C-84BE99BE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429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CD98A-386B-452A-A908-BC2AFC68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906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1EE50-D46E-4712-9075-28ECDD4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E1B3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E1B32"/>
                </a:solidFill>
                <a:latin typeface="PingFang SC"/>
                <a:ea typeface="PingFang SC"/>
                <a:cs typeface="PingFang SC"/>
              </a:rPr>
              <a:t>本科毕业生德育答辩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8E114-0D51-42AA-A31E-5F2AFAE5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90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在回望与出发之间成长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8DFF7-4905-4744-8B65-DAA93A24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4BB89-5EA2-4415-B254-F8B17B3F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从普通的日常里整理四年成长：学习、实践、协作、反思与新的出发。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CEB02-9A2B-49B3-8C27-DF6561E7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俞乐楠</a:t>
            </a:r>
          </a:p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1120221303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01CB9-4E88-44E4-A1ED-C4CCF186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 · 认真 · 可靠 · 持续进步</a:t>
            </a:r>
          </a:p>
        </p:txBody>
      </p:sp>
    </p:spTree>
    <p:extLst>
      <p:ext uri="{BB962C8B-B14F-4D97-AF65-F5344CB8AC3E}">
        <p14:creationId xmlns:p14="http://schemas.microsoft.com/office/powerpoint/2010/main" val="11421580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7C56A-D05A-4A15-AA10-59BB59ED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EA08-E6AD-4EB2-8917-65C6268B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EB547-7637-4657-965E-4C31C012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rPr>
              <a:t>德育答辩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8F9FF-83E1-44CD-9B16-F992C86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四年关键词：从不确定到更稳定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4D487-1F7A-4C13-B29A-7E3FD37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F087A-075B-49D5-AFDD-EB2E69C5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343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CBFDA-2396-4C13-8377-4DFBA7C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9E1B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F59A3-3988-4BEA-916A-6900E975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66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08089-8532-4060-8E10-1FDF4DB7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看见自己的普通和不足，不靠包装回避问题。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27DBB-0C7F-4E8B-9A56-59F798D3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2343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D1C18-DE31-4E45-A779-FB89FF8C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003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0"/>
          </a:solidFill>
          <a:ln xmlns:a="http://schemas.openxmlformats.org/drawingml/2006/main" w="0">
            <a:solidFill>
              <a:srgbClr val="1E5B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00AA5-12AC-4CB6-A53C-6E6958AF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66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认真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1B4E2-EEDD-47BC-9136-0525C85B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把课程、项目、文档和答辩材料都当成具体责任。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F61DD-ED9F-4562-9E08-C67BA7FF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343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C632E-3B83-4E0E-BB20-68C14022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45"/>
          </a:solidFill>
          <a:ln xmlns:a="http://schemas.openxmlformats.org/drawingml/2006/main" w="0">
            <a:solidFill>
              <a:srgbClr val="4D6B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1005C-0391-481B-AAE4-292D4AE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66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BD470-2310-4790-90E0-D895C05D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从单点知识走向环境、链路和整体视野。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C8D14-4206-4B62-97E8-B69455F1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2343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6CFEB-BF19-4D25-AC78-96475B2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003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B880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41E5E-12D9-4AEC-9F30-6BEB5994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66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93F8B-4BA7-481A-9154-57DEC5CF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让自己的工作可交付、可复盘、可被别人接续。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473FE-F40E-47F1-BCC1-9628D5B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768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10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F1024"/>
                </a:solidFill>
                <a:latin typeface="PingFang SC"/>
                <a:ea typeface="PingFang SC"/>
                <a:cs typeface="PingFang SC"/>
              </a:rPr>
              <a:t>这不是“突然变优秀”的故事，而是普通人在一次次具体任务里慢慢变稳。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DEA83-1598-423D-BF03-D0A47FAB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俞乐楠 · 1120221303 · 02</a:t>
            </a:r>
          </a:p>
        </p:txBody>
      </p:sp>
    </p:spTree>
    <p:extLst>
      <p:ext uri="{BB962C8B-B14F-4D97-AF65-F5344CB8AC3E}">
        <p14:creationId xmlns:p14="http://schemas.microsoft.com/office/powerpoint/2010/main" val="6421666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095FB9-E4E9-4CB7-A395-B6121F8B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CCDC0-2DC0-484C-93D6-A485AB00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55C3A-8185-4B88-9EEE-07B9F0F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rPr>
              <a:t>德育答辩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94389-5C94-4874-979C-6350E658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学习：从“完成任务”到“追问原理”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37A94-5AA7-4F6F-A7BD-86B585E0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ECF0C-FE10-4666-9D9D-CB6B841D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948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226C8-7E1B-42B0-8D44-59C7E2AF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9E1B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44D24-54BF-464A-B959-EA99F8EE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041DE-19B0-4283-BEC3-1315D68E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入学初期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3626F-DC75-48A1-B6BD-374494D3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先完成作业和考试，对未来认识还比较模糊。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16D06-A159-424F-A27A-18E973C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051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9E1B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0CD85-5F58-4145-94C2-7174CA8E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9875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5A0A7-F899-4FBB-832F-F70CC8A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专业深入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8E711-FE13-4ED7-8196-751013FF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052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开始追问程序、系统和工具链背后的设计原因。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6B407-2206-4D1A-9B7B-0144C20E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9E1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68782-AB56-4838-8662-FE0893E8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9875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4C094-42AA-4CC6-9D9D-F6A1DE47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实践验证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EA7DC-7C4D-4A67-974F-47A0BBCB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通过调试、记录、复盘把知识连成真实能力。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DACDB-A423-40B7-9525-CDD0E43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81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B880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10C2A-C70D-4C68-ACC7-6864AC49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954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把问题写清楚，本身就是解决问题的一部分。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1FB3E-E77C-4AF3-861B-7792668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B880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1B645-2F9B-4D55-884F-AD11217B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学习不止是把代码跑通，更要理解为什么能跑、为什么会失败。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B3465-EA8D-45A6-A643-B6C4CFA7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俞乐楠 · 1120221303 · 03</a:t>
            </a:r>
          </a:p>
        </p:txBody>
      </p:sp>
    </p:spTree>
    <p:extLst>
      <p:ext uri="{BB962C8B-B14F-4D97-AF65-F5344CB8AC3E}">
        <p14:creationId xmlns:p14="http://schemas.microsoft.com/office/powerpoint/2010/main" val="13356347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D9107-8E6F-48AA-8E6D-F8F02255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85370-1E6E-45BF-9EB6-B83E4B3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05106-1DBF-44E3-B1F4-5CE2750C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rPr>
              <a:t>德育答辩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86F4E-0A42-4BCB-8E2A-9B1275E7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实践：在系统和机器人任务中变稳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48DA9-DD0D-4F22-A4E5-BAA7C5D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F667E-2095-43B2-84BC-CB92DA8B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4419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8DB46-5A0B-47F2-B2B1-13F8A4D1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421B5-2D80-44E8-8ADC-24569701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QEMU / 真机环境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93F66-F9B2-4D63-999A-14BB6158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理解模拟环境与真实设备之间的差异。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1A88F-B9C2-486B-BE7A-ADD03EC2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4419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E1C14-8B43-4BFB-923A-8E2F0AA0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6B808-8C2D-4433-9F12-B1088111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设备树 / 启动参数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9E8C3-7FD8-42E2-967A-A1373E37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把底层配置和运行现象对应起来。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D8B19-B3EB-49E9-9C1C-BEB3B94E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4419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39178-D83F-4A99-83A2-E3F0D954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B4405-5AD6-47A2-B986-55736AD1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LeRobot / 工具链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3DA3F-52A1-43BA-BA81-FD86327F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从上层任务反推环境、依赖和数据链路。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C2389-6625-4A58-AF53-C1CBBA5C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3300"/>
            <a:ext cx="4419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5156D-3D4E-4AE8-B680-6CC89282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33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988CE-5F5E-4E52-85DC-0DEAC2DE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记录 / 复盘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6BD30-EAFE-4FEB-BD4E-19714115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让排查过程可回看，也方便别人接续。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76874-09D8-4485-BA38-9927F713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57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10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F1024"/>
                </a:solidFill>
                <a:latin typeface="PingFang SC"/>
                <a:ea typeface="PingFang SC"/>
                <a:cs typeface="PingFang SC"/>
              </a:rPr>
              <a:t>实践给我的德育启发：责任感不是口头说“我负责”，而是在卡住时仍然把现象、尝试和下一步讲清楚。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4C396-7168-492D-AFB0-9BB34F9A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俞乐楠 · 1120221303 · 04</a:t>
            </a:r>
          </a:p>
        </p:txBody>
      </p:sp>
    </p:spTree>
    <p:extLst>
      <p:ext uri="{BB962C8B-B14F-4D97-AF65-F5344CB8AC3E}">
        <p14:creationId xmlns:p14="http://schemas.microsoft.com/office/powerpoint/2010/main" val="2818524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25353B-0AC5-48BC-B84A-9D6B9B9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B55E9-E32E-4911-B19E-9F52781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0BF32-59E2-4474-9D37-15832274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rPr>
              <a:t>德育答辩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92FE6-385A-4A92-9C27-82164FDE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协作：让自己的工作可被接续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D2FC3-0607-4301-9267-9303F58B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78777-176D-4557-9E70-4145FFA8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0D49F-2CA6-47F6-A8CE-9C7DB4F1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我逐渐学到的协作规则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78EA1-B810-4483-B720-99A03E6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86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B880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D8F4F-740F-46A4-90BE-A3248CB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提前同步进度，不让同伴被动等待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3C001-BA7C-4DAE-8DA4-C546791A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B880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8D5E-E11D-41D3-9EB8-0A8400B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把边界和风险讲清楚，减少误解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164E1-AE53-4236-805D-88DEE458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B880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49961-973E-4EDF-9A72-7516128F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成果不只自己能看懂，也要别人能接手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583F4-DEE1-4AED-8EC0-1B3B29E7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2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B880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40882-829C-4409-B029-2E53A533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有失误时及时复盘，不把问题藏起来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97705-A5D6-488F-B544-B252C71B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621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9E1B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FFDB7-0881-4D6A-B3B3-7B5DAC3D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57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看见问题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C8A1B-DC91-44BB-BA5C-273568F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4B9A7-C984-48E2-B0A3-0E06C0F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813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0"/>
          </a:solidFill>
          <a:ln xmlns:a="http://schemas.openxmlformats.org/drawingml/2006/main" w="0">
            <a:solidFill>
              <a:srgbClr val="1E5B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F5BCD-77F6-41CD-ABA0-24E1D93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76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讲清现象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82DDA-0553-4AE2-A2DE-A2453401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39A5E5-6A43-4EBF-83BF-539925F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04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B45"/>
          </a:solidFill>
          <a:ln xmlns:a="http://schemas.openxmlformats.org/drawingml/2006/main" w="0">
            <a:solidFill>
              <a:srgbClr val="4D6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6C910-AAFA-461F-BA0A-84E6E1BD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95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同步进展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5B8B3-94A8-4AC4-8C08-E93A2B03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FD966-C515-4CAC-9F4D-F9F92FF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196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B880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3EFC8-40B5-4DA4-BD90-8149D453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14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共同收尾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3146C9-BB6E-472C-AEF8-824622BC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578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10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F1024"/>
                </a:solidFill>
                <a:latin typeface="PingFang SC"/>
                <a:ea typeface="PingFang SC"/>
                <a:cs typeface="PingFang SC"/>
              </a:rPr>
              <a:t>德育中的“德”，很多时候就藏在这些小事里。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4D8F0-70D4-41DB-A72C-2267788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俞乐楠 · 1120221303 · 05</a:t>
            </a:r>
          </a:p>
        </p:txBody>
      </p:sp>
    </p:spTree>
    <p:extLst>
      <p:ext uri="{BB962C8B-B14F-4D97-AF65-F5344CB8AC3E}">
        <p14:creationId xmlns:p14="http://schemas.microsoft.com/office/powerpoint/2010/main" val="18152991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EC3643-12F0-4016-BD81-E810A720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449EE-D4D5-4069-8F57-A2DB563F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2810F-16B9-40BA-8A33-40D61DBF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rPr>
              <a:t>德育答辩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8421C-E90C-4BA9-8C06-A2EDA38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反思：承认普通，也坚持认真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BDD7A-33AF-480B-A5B8-732546A6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1A26C-6E51-4101-86E0-870C0BCB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85950"/>
            <a:ext cx="971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F102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6F1024"/>
                </a:solidFill>
                <a:latin typeface="PingFang SC"/>
                <a:ea typeface="PingFang SC"/>
                <a:cs typeface="PingFang SC"/>
              </a:rPr>
              <a:t>“普通不等于可以随便，普通也不意味着没有价值。”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764CD-5E29-4A07-BE66-D465CFBA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781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E86B6-4419-454E-98E3-C6C38B0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不再只和别人比较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41102-4A2F-4677-9965-613D1CDB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把注意力收回到每天真实能推进的事情上。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91013-7083-42E4-8A0A-1D551449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781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226B6-0904-401B-8A67-10CDDE6E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不回避自己的不足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3A656-8643-4C6A-8759-CD0C034F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承认拖延、迷茫和不稳，再用行动修正。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EA51D-F895-406A-A595-4B073F38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2781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D3BE9-3809-4F67-9810-C2C8BE7C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不为了好看而包装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A4EB7-1428-4501-8B52-14654CD5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论文、实验、汇报都对事实负责。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A838C-D787-4CD3-AEDD-20DBFF2F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62550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49FC0-B146-4A19-B8AA-52075C1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认真不是一句漂亮话，而是在重复、枯燥和不确定中仍然愿意把事情做好。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98F4A-43EC-456A-B8CE-25C62F0A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俞乐楠 · 1120221303 · 06</a:t>
            </a:r>
          </a:p>
        </p:txBody>
      </p:sp>
    </p:spTree>
    <p:extLst>
      <p:ext uri="{BB962C8B-B14F-4D97-AF65-F5344CB8AC3E}">
        <p14:creationId xmlns:p14="http://schemas.microsoft.com/office/powerpoint/2010/main" val="17084188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E23442-93D9-4F8E-8D66-72D81F66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40547-A57C-4449-BEC8-AB22A8D8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1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85753-E0A4-4537-AA48-A7A42A3E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E1B32"/>
                </a:solidFill>
                <a:latin typeface="PingFang SC"/>
                <a:ea typeface="PingFang SC"/>
                <a:cs typeface="PingFang SC"/>
              </a:rPr>
              <a:t>德育答辩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6AB90-D26E-4E6E-ADBB-5CB42CE0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出发：做可靠、清醒、持续进步的人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59045-2CE4-4B41-9A89-0C36275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FA844-0D15-4A3E-9B44-00BDABBB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288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E1B3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E1B3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86A7F-1001-4529-BFAE-03E3ED2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保持学习｜继续在计算机、系统和机器人方向积累能力。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4925A-4060-4F0D-8652-6336B9FC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2410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24377-D69C-492C-816F-2024DD21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5B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E5B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4691B-350A-4323-9257-000E6D63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908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保持真实｜不夸大成绩，也不回避问题。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CB88-1304-4E1F-8F63-E37281C3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0515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46367-808F-4D89-A963-272BB934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6B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D6B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BCE73-55DA-4CF0-A75A-F9DBB79F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保持负责｜让自己的任务可交付、可复盘、可接续。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61430-8FC4-4BE0-898E-7DE4C1EC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8620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B2EEC-666F-4C19-A735-EE58A13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803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803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B02C1-1228-4F70-ADF9-F669EE82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529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124"/>
                </a:solidFill>
                <a:latin typeface="PingFang SC"/>
                <a:ea typeface="PingFang SC"/>
                <a:cs typeface="PingFang SC"/>
              </a:rPr>
              <a:t>保持善意｜尊重集体，理解他人，主动沟通。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9B015-2EF6-4AF7-B447-9E6BB1B3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6725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97631-6029-4BEB-9689-DB655DF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29250"/>
            <a:ext cx="609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F1024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6F1024"/>
                </a:solidFill>
                <a:latin typeface="PingFang SC"/>
                <a:ea typeface="PingFang SC"/>
                <a:cs typeface="PingFang SC"/>
              </a:rPr>
              <a:t>谢谢老师和同学们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39E32-E858-4680-9C1F-F331594B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俞乐楠 · 1120221303 · 07</a:t>
            </a:r>
          </a:p>
        </p:txBody>
      </p:sp>
    </p:spTree>
    <p:extLst>
      <p:ext uri="{BB962C8B-B14F-4D97-AF65-F5344CB8AC3E}">
        <p14:creationId xmlns:p14="http://schemas.microsoft.com/office/powerpoint/2010/main" val="999586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2026-05-25T03:00:21.1560000Z</dcterms:created>
  <dcterms:modified xsi:type="dcterms:W3CDTF">2026-05-25T03:00:21.1560000Z</dcterms:modified>
</coreProperties>
</file>