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推理模块调用关系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132320" y="155448"/>
            <a:ext cx="109728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69480" y="128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外层控制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726680" y="155448"/>
            <a:ext cx="109728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28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推理流水线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412480" y="155448"/>
            <a:ext cx="109728" cy="109728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12801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模型内部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566928"/>
            <a:ext cx="914400" cy="566928"/>
          </a:xfrm>
          <a:prstGeom prst="rect">
            <a:avLst/>
          </a:prstGeom>
          <a:solidFill>
            <a:srgbClr val="1D4ED8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566928"/>
            <a:ext cx="91440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record.py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143000" y="850392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566928"/>
            <a:ext cx="2148840" cy="566928"/>
          </a:xfrm>
          <a:prstGeom prst="rect">
            <a:avLst/>
          </a:prstGeom>
          <a:solidFill>
            <a:srgbClr val="1D4ED8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566928"/>
            <a:ext cx="214884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predict_action()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FDBFE"/>
                </a:solidFill>
              </a:rPr>
              <a:t>utils/control_utils.py:126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850392"/>
            <a:ext cx="18288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0" y="566928"/>
            <a:ext cx="2468880" cy="566928"/>
          </a:xfrm>
          <a:prstGeom prst="rect">
            <a:avLst/>
          </a:prstGeom>
          <a:solidFill>
            <a:srgbClr val="1C2433"/>
          </a:solidFill>
          <a:ln w="15240">
            <a:solidFill>
              <a:srgbClr val="4B556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0" y="566928"/>
            <a:ext cx="2468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</a:rPr>
              <a:t>⚡ 快速路径（队列非空）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_action_queue.popleft()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直接返回缓存动作，跳过推理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95728" y="1133856"/>
            <a:ext cx="0" cy="27432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0592" y="1161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</a:rPr>
              <a:t>完整路径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8600" y="1408176"/>
            <a:ext cx="1828800" cy="621792"/>
          </a:xfrm>
          <a:prstGeom prst="rect">
            <a:avLst/>
          </a:prstGeom>
          <a:solidFill>
            <a:srgbClr val="0E749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408176"/>
            <a:ext cx="1828800" cy="6217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preprocessor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FFAFE"/>
                </a:solidFill>
              </a:rPr>
              <a:t>NormalizerProcessorStep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57400" y="1719072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0280" y="1408176"/>
            <a:ext cx="3063240" cy="621792"/>
          </a:xfrm>
          <a:prstGeom prst="rect">
            <a:avLst/>
          </a:prstGeom>
          <a:solidFill>
            <a:srgbClr val="0E749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408176"/>
            <a:ext cx="3063240" cy="6217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ACTPolicy.select_action()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FFAFE"/>
                </a:solidFill>
              </a:rPr>
              <a:t>→ predict_action_chunk()  ·  modeling_act.py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0" y="1719072"/>
            <a:ext cx="1828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408176"/>
            <a:ext cx="1920240" cy="621792"/>
          </a:xfrm>
          <a:prstGeom prst="rect">
            <a:avLst/>
          </a:prstGeom>
          <a:solidFill>
            <a:srgbClr val="0E7490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408176"/>
            <a:ext cx="1920240" cy="6217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postprocessor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FFAFE"/>
                </a:solidFill>
              </a:rPr>
              <a:t>UnnormalizerProcessorStep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1719072"/>
            <a:ext cx="256032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16093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→ Robot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67328" y="2029968"/>
            <a:ext cx="0" cy="256032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286000"/>
            <a:ext cx="8686800" cy="2103120"/>
          </a:xfrm>
          <a:prstGeom prst="rect">
            <a:avLst/>
          </a:prstGeom>
          <a:solidFill>
            <a:srgbClr val="080F1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3500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ACT.forward   ·   policies/act/modeling_act.py:782   ·   @torch.no_grad()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8328" y="2670048"/>
            <a:ext cx="157276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2670048"/>
            <a:ext cx="1572768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DF5"/>
                </a:solidFill>
              </a:rPr>
              <a:t>① latent = 0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推理时跳过 VAE Encoder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</a:rPr>
              <a:t>Tensor(1, 32) 全零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11096" y="3026664"/>
            <a:ext cx="1554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66544" y="2670048"/>
            <a:ext cx="157276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66544" y="2670048"/>
            <a:ext cx="1572768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DF5"/>
                </a:solidFill>
              </a:rPr>
              <a:t>② ResNet18 × 2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图像特征提取 backbone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</a:rPr>
              <a:t>(1,3,360,640) → 480 tokens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39312" y="3026664"/>
            <a:ext cx="1554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94760" y="2670048"/>
            <a:ext cx="157276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2670048"/>
            <a:ext cx="1572768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DF5"/>
                </a:solidFill>
              </a:rPr>
              <a:t>③ Encoder × 4 层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Self-Attention + FFN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</a:rPr>
              <a:t>序列 (482, 1, 512)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67528" y="3026664"/>
            <a:ext cx="1554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22976" y="2670048"/>
            <a:ext cx="157276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2670048"/>
            <a:ext cx="1572768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DF5"/>
                </a:solidFill>
              </a:rPr>
              <a:t>④ Decoder × 1 层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Cross-Attention + FFN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</a:rPr>
              <a:t>query zeros(100, 1, 512)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95744" y="3026664"/>
            <a:ext cx="1554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51192" y="2670048"/>
            <a:ext cx="1572768" cy="713232"/>
          </a:xfrm>
          <a:prstGeom prst="rect">
            <a:avLst/>
          </a:prstGeom>
          <a:solidFill>
            <a:srgbClr val="065F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51192" y="2670048"/>
            <a:ext cx="1572768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CFDF5"/>
                </a:solidFill>
              </a:rPr>
              <a:t>⑤ action_head</a:t>
            </a:r>
            <a:endParaRPr lang="en-US" sz="9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EE7B7"/>
                </a:solidFill>
              </a:rPr>
              <a:t>Linear(512 → 6)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34D399"/>
                </a:solidFill>
              </a:rPr>
              <a:t>输出 (1, 100, 6)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8328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eval() 时跳过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066544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~12 GFLOPs / 路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FrozenBatchNorm2d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794760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dim_model = 512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n_heads = 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22976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chunk_size = 100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跨度约 3.3 秒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251192" y="3566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action_dim = 6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D5A7A"/>
                </a:solidFill>
              </a:rPr>
              <a:t>每 100 步推理一次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2026-04-22T02:41:00Z</dcterms:created>
  <dcterms:modified xsi:type="dcterms:W3CDTF">2026-04-22T02:41:00Z</dcterms:modified>
</cp:coreProperties>
</file>